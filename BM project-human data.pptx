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x z" userId="fd32d0de3940132f" providerId="LiveId" clId="{624AC1A4-A071-43D6-9D2D-1FA03BBFC36E}"/>
    <pc:docChg chg="custSel addSld modSld sldOrd">
      <pc:chgData name="qx z" userId="fd32d0de3940132f" providerId="LiveId" clId="{624AC1A4-A071-43D6-9D2D-1FA03BBFC36E}" dt="2026-03-10T21:01:02.660" v="531" actId="20577"/>
      <pc:docMkLst>
        <pc:docMk/>
      </pc:docMkLst>
      <pc:sldChg chg="ord">
        <pc:chgData name="qx z" userId="fd32d0de3940132f" providerId="LiveId" clId="{624AC1A4-A071-43D6-9D2D-1FA03BBFC36E}" dt="2026-03-10T19:37:59.087" v="3"/>
        <pc:sldMkLst>
          <pc:docMk/>
          <pc:sldMk cId="1288130496" sldId="257"/>
        </pc:sldMkLst>
      </pc:sldChg>
      <pc:sldChg chg="ord">
        <pc:chgData name="qx z" userId="fd32d0de3940132f" providerId="LiveId" clId="{624AC1A4-A071-43D6-9D2D-1FA03BBFC36E}" dt="2026-03-10T19:37:57.629" v="1"/>
        <pc:sldMkLst>
          <pc:docMk/>
          <pc:sldMk cId="3966040033" sldId="258"/>
        </pc:sldMkLst>
      </pc:sldChg>
      <pc:sldChg chg="addSp delSp modSp new mod">
        <pc:chgData name="qx z" userId="fd32d0de3940132f" providerId="LiveId" clId="{624AC1A4-A071-43D6-9D2D-1FA03BBFC36E}" dt="2026-03-10T20:30:13.277" v="35" actId="688"/>
        <pc:sldMkLst>
          <pc:docMk/>
          <pc:sldMk cId="2757933271" sldId="260"/>
        </pc:sldMkLst>
        <pc:spChg chg="mod">
          <ac:chgData name="qx z" userId="fd32d0de3940132f" providerId="LiveId" clId="{624AC1A4-A071-43D6-9D2D-1FA03BBFC36E}" dt="2026-03-10T20:29:47.517" v="27" actId="20577"/>
          <ac:spMkLst>
            <pc:docMk/>
            <pc:sldMk cId="2757933271" sldId="260"/>
            <ac:spMk id="2" creationId="{290AFDEA-AF13-4475-6095-2BF6FC02E1EF}"/>
          </ac:spMkLst>
        </pc:spChg>
        <pc:spChg chg="del">
          <ac:chgData name="qx z" userId="fd32d0de3940132f" providerId="LiveId" clId="{624AC1A4-A071-43D6-9D2D-1FA03BBFC36E}" dt="2026-03-10T20:29:40.372" v="5" actId="22"/>
          <ac:spMkLst>
            <pc:docMk/>
            <pc:sldMk cId="2757933271" sldId="260"/>
            <ac:spMk id="3" creationId="{E49CB41D-7E37-8392-00BF-CACF91693F99}"/>
          </ac:spMkLst>
        </pc:spChg>
        <pc:spChg chg="add mod">
          <ac:chgData name="qx z" userId="fd32d0de3940132f" providerId="LiveId" clId="{624AC1A4-A071-43D6-9D2D-1FA03BBFC36E}" dt="2026-03-10T20:30:13.277" v="35" actId="688"/>
          <ac:spMkLst>
            <pc:docMk/>
            <pc:sldMk cId="2757933271" sldId="260"/>
            <ac:spMk id="6" creationId="{2E9578FF-FAF7-5078-774F-7562A5FC9BE7}"/>
          </ac:spMkLst>
        </pc:spChg>
        <pc:picChg chg="add mod ord">
          <ac:chgData name="qx z" userId="fd32d0de3940132f" providerId="LiveId" clId="{624AC1A4-A071-43D6-9D2D-1FA03BBFC36E}" dt="2026-03-10T20:29:54.626" v="31" actId="1076"/>
          <ac:picMkLst>
            <pc:docMk/>
            <pc:sldMk cId="2757933271" sldId="260"/>
            <ac:picMk id="5" creationId="{9326CDA0-8CA7-71AD-A3FE-04A3688762B8}"/>
          </ac:picMkLst>
        </pc:picChg>
      </pc:sldChg>
      <pc:sldChg chg="modSp new mod">
        <pc:chgData name="qx z" userId="fd32d0de3940132f" providerId="LiveId" clId="{624AC1A4-A071-43D6-9D2D-1FA03BBFC36E}" dt="2026-03-10T21:01:02.660" v="531" actId="20577"/>
        <pc:sldMkLst>
          <pc:docMk/>
          <pc:sldMk cId="2374012674" sldId="261"/>
        </pc:sldMkLst>
        <pc:spChg chg="mod">
          <ac:chgData name="qx z" userId="fd32d0de3940132f" providerId="LiveId" clId="{624AC1A4-A071-43D6-9D2D-1FA03BBFC36E}" dt="2026-03-10T20:46:28.128" v="40" actId="20577"/>
          <ac:spMkLst>
            <pc:docMk/>
            <pc:sldMk cId="2374012674" sldId="261"/>
            <ac:spMk id="2" creationId="{C520BA02-2E86-0283-DF08-BB923E4116DB}"/>
          </ac:spMkLst>
        </pc:spChg>
        <pc:spChg chg="mod">
          <ac:chgData name="qx z" userId="fd32d0de3940132f" providerId="LiveId" clId="{624AC1A4-A071-43D6-9D2D-1FA03BBFC36E}" dt="2026-03-10T21:01:02.660" v="531" actId="20577"/>
          <ac:spMkLst>
            <pc:docMk/>
            <pc:sldMk cId="2374012674" sldId="261"/>
            <ac:spMk id="3" creationId="{EAA256A6-BE7E-6E54-F0B6-A341AE3A5B1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9A208-4E3D-2ABA-9503-0E13C8E516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E65918-AC1A-A5FD-B0F6-D977C13C8E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20D95-5297-B402-767F-F4D764CCF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295FE-9101-43CA-9CA0-EC6E716267F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9E6DF-5693-46AF-D0F0-31AFD27EC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68F5F-F487-5E14-87F4-AD01978FB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3E92E-3FCC-4DA1-9934-437830E21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599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76CF2-6856-7814-27E1-5AA322A1F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AFDC8-EE53-F593-7192-8AF8082AD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E476C-2261-E9AF-2CA3-F3443DD4B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295FE-9101-43CA-9CA0-EC6E716267F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738BF-68BE-B5E6-E8A1-5F99EA651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4D41B-8E5E-9FD6-B89B-96CFA4235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3E92E-3FCC-4DA1-9934-437830E21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427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38D64-715B-D1AC-F0FB-77D678922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2FD9D2-BE84-A273-698C-DD00D477A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CF5CE-FD87-8870-784D-749661CDE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295FE-9101-43CA-9CA0-EC6E716267F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2735A-5992-114E-A202-1D4049E9D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A47EC-1167-54B0-76B5-02F497769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3E92E-3FCC-4DA1-9934-437830E21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912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F1CA2-EF40-EA90-3DF2-1BCD9B4ED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ECD86-23F0-0C68-C84A-96F36EB4F9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0DEEDB-7F5B-4AC2-7378-168B34940F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DD647F-3B37-A058-93CE-A3AB3E7C4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295FE-9101-43CA-9CA0-EC6E716267F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4B9E4F-6C28-D711-3E64-28B535A16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BA3E85-B1FE-8D93-A9C7-E2690AAD6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3E92E-3FCC-4DA1-9934-437830E21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322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89F5E-F99E-D0D8-8D23-16159C369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F5C76B-9D19-6812-C614-0505C52EE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76983E-7028-728C-8C71-52F261A91B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102691-5EED-0747-9B40-C5569C796A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BD488A-C3FF-2116-089D-07E937DC78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DE894C-F46A-CF2D-05FD-970B1D8BE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295FE-9101-43CA-9CA0-EC6E716267F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BA7968-CC54-0F10-3543-805402C85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58080C-A79C-E466-CE6D-F17FBAB4B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3E92E-3FCC-4DA1-9934-437830E21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837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49DA7-FE77-8BD8-B778-4E833954E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C6D751-1B2E-7C16-A159-5D2D5D510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295FE-9101-43CA-9CA0-EC6E716267F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7BDE04-4F7F-8748-51D0-A04805B8D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ACBA7F-D639-1AA9-B3D3-8582CDE02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3E92E-3FCC-4DA1-9934-437830E21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947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7F20E3-48D1-5246-77A0-83CBD5659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295FE-9101-43CA-9CA0-EC6E716267F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944A5E-4E1A-DCD5-8E9E-102F6C4D9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266B23-D4D8-2CEF-7705-379BA051F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3E92E-3FCC-4DA1-9934-437830E21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726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374F0-8DE8-A0D1-4C93-88997CB8C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5FDEA-06E3-4F6E-38DB-3DE68865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397C13-1232-D965-47FE-7D3A2C37CA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9F4C3B-12B0-92C7-1878-9002AD7DD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295FE-9101-43CA-9CA0-EC6E716267F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0AB8A-221F-4AF8-410A-C9FB665C2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345378-9099-B762-DE73-DD41F8B76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3E92E-3FCC-4DA1-9934-437830E21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84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91471-5829-6561-C2A5-3C8319AE3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914DEE-CD85-E79B-7FF0-5A225B62E8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330EBB-39F4-4758-CF47-C640C19AC1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A7F334-F662-D555-F99C-72BACE763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295FE-9101-43CA-9CA0-EC6E716267F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4174FA-6384-9CCD-4F7B-A3A495514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6D7F2E-C718-5345-E562-FE1BCD66D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3E92E-3FCC-4DA1-9934-437830E21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863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85D53-41A9-67D9-328F-28A32A1C4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2E7887-BE60-3CBB-EE37-2C2CA0AEF5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8D0E4-BA80-2652-E59E-D7D544D57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295FE-9101-43CA-9CA0-EC6E716267F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B38E4-F51F-2362-3124-1F75649BE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F2F6F-62E4-9159-AF51-501488196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3E92E-3FCC-4DA1-9934-437830E21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156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A6EB57-5496-2863-00AA-0E7A6F5EC2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40373E-97D5-2409-2132-DE0DE58E6E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01A0D-B7C9-A98D-4ABF-E89018861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295FE-9101-43CA-9CA0-EC6E716267F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D6E72-3DCA-6AAC-C437-62A0CBCD3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448AA-95E0-86B5-8E51-90F1D4DFB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3E92E-3FCC-4DA1-9934-437830E21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611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28E6DC-AA4F-A879-BB80-C4233C03F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9A2E79-A28D-2B10-6779-D41608ED8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0F72D-EAEF-D5AA-7EF8-D48D5B596A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9295FE-9101-43CA-9CA0-EC6E716267F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2CD70-CB9A-393C-0F45-5B794904EF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5282F-6A23-C8CD-E50C-CDFF74F1C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B3E92E-3FCC-4DA1-9934-437830E21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962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60BC6-9511-630F-FB7B-BDE77C1658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BM project-human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3FC200-058E-0905-17EA-AE3BE846FF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763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B0E6A-CB1E-23A4-46C7-9EE717843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 of metastasis vs control, In macrophage only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43CC63-92AD-7288-B52F-82EB85EDEF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86399"/>
            <a:ext cx="7176383" cy="478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040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5D92-B56B-3967-8E8E-DA9DBA87B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 of ER+ vs ER-, In macrophage only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DC384F-2C95-0E63-FADD-2663E11FFF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71598"/>
            <a:ext cx="7626519" cy="5086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107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E3307-ED53-4E40-5E2E-7FBB95052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ER+/ER-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E0F98A-F05C-14A1-39D0-25F5C7E3E2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07" y="1584012"/>
            <a:ext cx="7760496" cy="517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130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AFDEA-AF13-4475-6095-2BF6FC02E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SP1 expression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26CDA0-8CA7-71AD-A3FE-04A3688762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1101" y="1690688"/>
            <a:ext cx="6446855" cy="4727198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2E9578FF-FAF7-5078-774F-7562A5FC9BE7}"/>
              </a:ext>
            </a:extLst>
          </p:cNvPr>
          <p:cNvSpPr/>
          <p:nvPr/>
        </p:nvSpPr>
        <p:spPr>
          <a:xfrm rot="10449069">
            <a:off x="3846034" y="2275141"/>
            <a:ext cx="944545" cy="9344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933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0BA02-2E86-0283-DF08-BB923E411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todo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256A6-BE7E-6E54-F0B6-A341AE3A5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 all macrophage from all samples, do sub-clustering</a:t>
            </a:r>
          </a:p>
          <a:p>
            <a:pPr lvl="1"/>
            <a:r>
              <a:rPr lang="en-US" dirty="0"/>
              <a:t>Use both standard way [high variance]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Target: find clusters to match </a:t>
            </a:r>
            <a:r>
              <a:rPr lang="en-US" dirty="0" err="1"/>
              <a:t>Yuliang’s</a:t>
            </a:r>
            <a:r>
              <a:rPr lang="en-US" dirty="0"/>
              <a:t> </a:t>
            </a:r>
            <a:r>
              <a:rPr lang="en-US" dirty="0" err="1"/>
              <a:t>genes’pattern</a:t>
            </a:r>
            <a:endParaRPr lang="en-US" dirty="0"/>
          </a:p>
          <a:p>
            <a:pPr lvl="1"/>
            <a:r>
              <a:rPr lang="en-US" dirty="0"/>
              <a:t>Most important one is ER and SP1 that is both high</a:t>
            </a:r>
          </a:p>
          <a:p>
            <a:pPr lvl="1"/>
            <a:endParaRPr lang="en-US" dirty="0"/>
          </a:p>
          <a:p>
            <a:pPr lvl="1"/>
            <a:r>
              <a:rPr lang="zh-CN" altLang="en-US" dirty="0"/>
              <a:t>对于</a:t>
            </a:r>
            <a:r>
              <a:rPr lang="en-US" altLang="zh-CN" dirty="0"/>
              <a:t>cancer, </a:t>
            </a:r>
            <a:r>
              <a:rPr lang="zh-CN" altLang="en-US" dirty="0"/>
              <a:t>找到</a:t>
            </a:r>
            <a:r>
              <a:rPr lang="en-US" altLang="zh-CN" dirty="0"/>
              <a:t>origin</a:t>
            </a:r>
            <a:r>
              <a:rPr lang="zh-CN" altLang="en-US" dirty="0"/>
              <a:t>：</a:t>
            </a:r>
            <a:r>
              <a:rPr lang="en-US" altLang="zh-CN" dirty="0"/>
              <a:t>BC,TC</a:t>
            </a:r>
            <a:r>
              <a:rPr lang="zh-CN" altLang="en-US" dirty="0"/>
              <a:t>，</a:t>
            </a:r>
            <a:r>
              <a:rPr lang="en-US" altLang="zh-CN" dirty="0"/>
              <a:t>percentage</a:t>
            </a:r>
          </a:p>
          <a:p>
            <a:pPr lvl="2"/>
            <a:r>
              <a:rPr lang="zh-CN" altLang="en-US" dirty="0"/>
              <a:t>细分之后是否有更细的富集的</a:t>
            </a:r>
            <a:r>
              <a:rPr lang="en-US" altLang="zh-CN" dirty="0"/>
              <a:t>cancer type</a:t>
            </a:r>
          </a:p>
          <a:p>
            <a:pPr lvl="2"/>
            <a:r>
              <a:rPr lang="zh-CN" altLang="en-US" dirty="0"/>
              <a:t>是否</a:t>
            </a:r>
            <a:r>
              <a:rPr lang="en-US" altLang="zh-CN" dirty="0" err="1"/>
              <a:t>metasis</a:t>
            </a:r>
            <a:r>
              <a:rPr lang="en-US" altLang="zh-CN" dirty="0"/>
              <a:t> treatment response </a:t>
            </a:r>
            <a:r>
              <a:rPr lang="zh-CN" altLang="en-US" dirty="0"/>
              <a:t>与某种</a:t>
            </a:r>
            <a:r>
              <a:rPr lang="en-US" altLang="zh-CN" dirty="0"/>
              <a:t>macrophage</a:t>
            </a:r>
            <a:r>
              <a:rPr lang="zh-CN" altLang="en-US" dirty="0"/>
              <a:t>亚群相关</a:t>
            </a:r>
            <a:endParaRPr lang="en-US" altLang="zh-CN" dirty="0"/>
          </a:p>
          <a:p>
            <a:pPr lvl="3"/>
            <a:r>
              <a:rPr lang="en-US" altLang="zh-CN" dirty="0"/>
              <a:t>Gender, </a:t>
            </a:r>
            <a:r>
              <a:rPr lang="en-US" altLang="zh-CN"/>
              <a:t>tissue origin,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012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100</Words>
  <Application>Microsoft Office PowerPoint</Application>
  <PresentationFormat>Widescreen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BM project-human data</vt:lpstr>
      <vt:lpstr>DEG of metastasis vs control, In macrophage only</vt:lpstr>
      <vt:lpstr>DEG of ER+ vs ER-, In macrophage only</vt:lpstr>
      <vt:lpstr>ER+/ER-</vt:lpstr>
      <vt:lpstr>SP1 expression</vt:lpstr>
      <vt:lpstr>todo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qx z</dc:creator>
  <cp:lastModifiedBy>qx z</cp:lastModifiedBy>
  <cp:revision>1</cp:revision>
  <dcterms:created xsi:type="dcterms:W3CDTF">2026-03-10T17:23:52Z</dcterms:created>
  <dcterms:modified xsi:type="dcterms:W3CDTF">2026-03-10T21:01:06Z</dcterms:modified>
</cp:coreProperties>
</file>