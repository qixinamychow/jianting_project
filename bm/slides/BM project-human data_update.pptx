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BM Project – Human Data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CCDDEE"/>
                </a:solidFill>
              </a:rPr>
              <a:t>Macrophage Sub-clustering Analysis | GSE266330 | 30 samples | 15,074 macrophages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888888"/>
                </a:solidFill>
              </a:rPr>
              <a:t>Jianting Sheng | Houston Methodist Neal Cancer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Macrophage Sub-clustering (UMAP)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30 samples pooled → 13 sub-clusters | GSE266330, Liu et al. 2025</a:t>
            </a:r>
          </a:p>
        </p:txBody>
      </p:sp>
      <p:pic>
        <p:nvPicPr>
          <p:cNvPr id="5" name="Picture 4" descr="01_uma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67512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Cancer Type Composition per Macrophage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BC / BDC / BM / CC / EC / KC samples</a:t>
            </a:r>
          </a:p>
        </p:txBody>
      </p:sp>
      <p:pic>
        <p:nvPicPr>
          <p:cNvPr id="5" name="Picture 4" descr="02_cancer_typ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ER / SP1 Co-expression in Macrophage Sub-clusters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Cluster 9 identified as ER+/SP1-high</a:t>
            </a:r>
          </a:p>
        </p:txBody>
      </p:sp>
      <p:pic>
        <p:nvPicPr>
          <p:cNvPr id="5" name="Picture 4" descr="03a_feature_plots_ESR1_S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114800"/>
          </a:xfrm>
          <a:prstGeom prst="rect">
            <a:avLst/>
          </a:prstGeom>
        </p:spPr>
      </p:pic>
      <p:pic>
        <p:nvPicPr>
          <p:cNvPr id="6" name="Picture 5" descr="03b_dotplot_ESR1_S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303520"/>
            <a:ext cx="77724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>
                <a:solidFill>
                  <a:srgbClr val="1F497D"/>
                </a:solidFill>
              </a:rPr>
              <a:t>Key finding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62626"/>
                </a:solidFill>
              </a:rPr>
              <a:t>• Cluster 9 = ER+/SP1-high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62626"/>
                </a:solidFill>
              </a:rPr>
              <a:t>• Both ESR1 and SP1 expressed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62626"/>
                </a:solidFill>
              </a:rPr>
              <a:t>  – above background in cluster 9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62626"/>
                </a:solidFill>
              </a:rPr>
              <a:t>• Matches Yuliang's gene signature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F497D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F497D"/>
                </a:solidFill>
              </a:rPr>
              <a:t>Next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62626"/>
                </a:solidFill>
              </a:rPr>
              <a:t>• Validate with marker genes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62626"/>
                </a:solidFill>
              </a:rPr>
              <a:t>• Cross-ref S2C2 crosstalk axis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Macrophage Cluster Enrichment — Metastasis vs.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Are specific sub-clusters over-represented in metastatic samples?</a:t>
            </a:r>
          </a:p>
        </p:txBody>
      </p:sp>
      <p:pic>
        <p:nvPicPr>
          <p:cNvPr id="5" name="Picture 4" descr="04_metastasis_vs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ER + SP1 Co-expression Score — UMAP &amp; Violin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Combined ESR1+SP1 module score; cluster 9 highest mean</a:t>
            </a:r>
          </a:p>
        </p:txBody>
      </p:sp>
      <p:pic>
        <p:nvPicPr>
          <p:cNvPr id="5" name="Picture 4" descr="05_ER_SP1_coex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Top DEGs per Macrophage Sub-cluster (Wilcoxon)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Top 4 marker genes per cluster</a:t>
            </a:r>
          </a:p>
        </p:txBody>
      </p:sp>
      <p:pic>
        <p:nvPicPr>
          <p:cNvPr id="5" name="Picture 4" descr="06_de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Gender &amp; Tissue Origin per Macrophage Cluster</a:t>
            </a:r>
          </a:p>
        </p:txBody>
      </p:sp>
      <p:pic>
        <p:nvPicPr>
          <p:cNvPr id="4" name="Picture 3" descr="06_gender_tissue_ori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Summary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188720"/>
            <a:ext cx="27432" cy="502920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F497D"/>
                </a:solidFill>
              </a:rPr>
              <a:t>Results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13 macrophage sub-clusters identified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  – from 15,074 macrophages, 30 samples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Cluster 9 = ER+/SP1-high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  – highest combined ESR1+SP1 score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BC samples dominant in cluster 9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  – consistent with ER+ breast cancer biology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Gender + tissue origin breakdown shown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F497D"/>
                </a:solidFill>
              </a:rPr>
              <a:t>Next steps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Annotate clusters with canonical markers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  – Cross-ref Yuliang's gene signature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Link cluster 9 to S2C2 crosstalk model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  – ER+ Mφ → CD8+ T cell axis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Validate in mouse scRNA (Jianting W2/W3)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Drug target screen on cluster 9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Obtain remaining 32 samples (LC/PC/RC/TC)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  – pending storage quota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